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c1d5130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c1d5130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c1d5130d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c1d5130d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c1d5130d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c1d5130d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Wordle Using Chatgpt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a:bodyPr>
          <a:lstStyle/>
          <a:p>
            <a:pPr indent="0" lvl="0" marL="0" rtl="0" algn="ctr">
              <a:spcBef>
                <a:spcPts val="0"/>
              </a:spcBef>
              <a:spcAft>
                <a:spcPts val="0"/>
              </a:spcAft>
              <a:buNone/>
            </a:pPr>
            <a:r>
              <a:rPr lang="en"/>
              <a:t>Done by: James, </a:t>
            </a:r>
            <a:r>
              <a:rPr lang="en"/>
              <a:t>Troy</a:t>
            </a:r>
            <a:r>
              <a:rPr lang="en"/>
              <a:t>, </a:t>
            </a:r>
            <a:r>
              <a:rPr lang="en"/>
              <a:t>Guillermo</a:t>
            </a:r>
            <a:r>
              <a:rPr lang="en"/>
              <a:t>, Justin, Maxim and Ruben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Which Prompt</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used Chat GPT </a:t>
            </a:r>
            <a:r>
              <a:rPr lang="en"/>
              <a:t>because</a:t>
            </a:r>
            <a:r>
              <a:rPr lang="en"/>
              <a:t> it can give you a code to whatever you ask it to do or if you are doing a code and don’t know what’s wrong we can use it to correct our errors.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Classes</a:t>
            </a:r>
            <a:endParaRPr/>
          </a:p>
        </p:txBody>
      </p:sp>
      <p:sp>
        <p:nvSpPr>
          <p:cNvPr id="67" name="Google Shape;67;p15"/>
          <p:cNvSpPr txBox="1"/>
          <p:nvPr>
            <p:ph idx="1" type="body"/>
          </p:nvPr>
        </p:nvSpPr>
        <p:spPr>
          <a:xfrm>
            <a:off x="311700" y="898075"/>
            <a:ext cx="8520600" cy="4245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Although this is a very simple game it did need a lot of classes in order for it to </a:t>
            </a:r>
            <a:r>
              <a:rPr lang="en"/>
              <a:t>function</a:t>
            </a:r>
            <a:r>
              <a:rPr lang="en"/>
              <a:t>.</a:t>
            </a:r>
            <a:endParaRPr/>
          </a:p>
          <a:p>
            <a:pPr indent="0" lvl="0" marL="0" rtl="0" algn="l">
              <a:spcBef>
                <a:spcPts val="1200"/>
              </a:spcBef>
              <a:spcAft>
                <a:spcPts val="0"/>
              </a:spcAft>
              <a:buNone/>
            </a:pPr>
            <a:r>
              <a:rPr lang="en"/>
              <a:t>Tile class is to identify the letters the player has </a:t>
            </a:r>
            <a:r>
              <a:rPr lang="en"/>
              <a:t>imputed</a:t>
            </a:r>
            <a:r>
              <a:rPr lang="en"/>
              <a:t> where if it’s the correct letter and in the correct spot it will be green. </a:t>
            </a:r>
            <a:r>
              <a:rPr lang="en"/>
              <a:t>Yellow</a:t>
            </a:r>
            <a:r>
              <a:rPr lang="en"/>
              <a:t> if the letter is in there and grey if it’s not in the word.</a:t>
            </a:r>
            <a:endParaRPr/>
          </a:p>
          <a:p>
            <a:pPr indent="0" lvl="0" marL="0" rtl="0" algn="l">
              <a:spcBef>
                <a:spcPts val="1200"/>
              </a:spcBef>
              <a:spcAft>
                <a:spcPts val="0"/>
              </a:spcAft>
              <a:buNone/>
            </a:pPr>
            <a:r>
              <a:rPr lang="en"/>
              <a:t>Feedback is simply about telling the player if they guessed the correct letter.</a:t>
            </a:r>
            <a:endParaRPr/>
          </a:p>
          <a:p>
            <a:pPr indent="0" lvl="0" marL="0" rtl="0" algn="l">
              <a:spcBef>
                <a:spcPts val="1200"/>
              </a:spcBef>
              <a:spcAft>
                <a:spcPts val="0"/>
              </a:spcAft>
              <a:buNone/>
            </a:pPr>
            <a:r>
              <a:rPr lang="en"/>
              <a:t>Wordbank class is to select a random five letter word every day even if the player does not play today it will still give out a new word when a new day begins.</a:t>
            </a:r>
            <a:endParaRPr/>
          </a:p>
          <a:p>
            <a:pPr indent="0" lvl="0" marL="0" rtl="0" algn="l">
              <a:spcBef>
                <a:spcPts val="1200"/>
              </a:spcBef>
              <a:spcAft>
                <a:spcPts val="0"/>
              </a:spcAft>
              <a:buNone/>
            </a:pPr>
            <a:r>
              <a:rPr lang="en"/>
              <a:t>Guess class is to have the game continue or end based on the word the player put in. If they got the word correct then the game is over but if they got any grey or yellow letters then the game </a:t>
            </a:r>
            <a:r>
              <a:rPr lang="en"/>
              <a:t>continues</a:t>
            </a:r>
            <a:r>
              <a:rPr lang="en"/>
              <a:t> until they run out of guesses.</a:t>
            </a:r>
            <a:endParaRPr/>
          </a:p>
          <a:p>
            <a:pPr indent="0" lvl="0" marL="0" rtl="0" algn="l">
              <a:spcBef>
                <a:spcPts val="1200"/>
              </a:spcBef>
              <a:spcAft>
                <a:spcPts val="0"/>
              </a:spcAft>
              <a:buNone/>
            </a:pPr>
            <a:r>
              <a:rPr lang="en"/>
              <a:t>Wordlegame class is basically just wordle itself where you have 6 guesses to find the mystery word for the day.</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test</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After running a couple of games and tests the code would work out perfectly for us. We ran a couple of games to make sure that it was a different word </a:t>
            </a:r>
            <a:r>
              <a:rPr lang="en"/>
              <a:t>every time</a:t>
            </a:r>
            <a:r>
              <a:rPr lang="en"/>
              <a:t> and made sure that the letters would give correct feedback and finish the game if we ran out of guesses or solved the word.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